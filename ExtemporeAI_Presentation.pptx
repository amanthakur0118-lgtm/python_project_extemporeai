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FULL-STACK AI &amp; PUBLIC SPEAKING PLATFORM</a:t>
            </a:r>
          </a:p>
          <a:p>
            <a:pPr>
              <a:spcAft>
                <a:spcPts val="1000"/>
              </a:spcAft>
              <a:defRPr sz="5000" b="1">
                <a:solidFill>
                  <a:srgbClr val="F8FAFC"/>
                </a:solidFill>
              </a:defRPr>
            </a:pPr>
            <a:r>
              <a:t>ExtemporeAI</a:t>
            </a:r>
          </a:p>
          <a:p>
            <a:pPr>
              <a:spcAft>
                <a:spcPts val="2000"/>
              </a:spcAft>
              <a:defRPr sz="2000">
                <a:solidFill>
                  <a:srgbClr val="94A3B8"/>
                </a:solidFill>
              </a:defRPr>
            </a:pPr>
            <a:r>
              <a:t>AI-Powered Impromptu Speaking Practice &amp; Real-Time Current Affairs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015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8056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</a:defRPr>
            </a:pPr>
            <a:r>
              <a:t>Developer: Aman | Architecture: Python Flask, Google GenAI, MySQL 8.0, Web Speech API</a:t>
            </a:r>
          </a:p>
          <a:p>
            <a:pPr>
              <a:spcAft>
                <a:spcPts val="400"/>
              </a:spcAft>
              <a:defRPr sz="1200">
                <a:solidFill>
                  <a:srgbClr val="06B6D4"/>
                </a:solidFill>
              </a:defRPr>
            </a:pPr>
            <a:r>
              <a:t>Live Deployment: https://aiextemporeapp.vercel.app</a:t>
            </a:r>
          </a:p>
          <a:p>
            <a:pPr>
              <a:defRPr sz="1200">
                <a:solidFill>
                  <a:srgbClr val="F59E0B"/>
                </a:solidFill>
              </a:defRPr>
            </a:pPr>
            <a:r>
              <a:t>GitHub Repository: https://github.com/amanthakur0118-lgtm/python_project_ExtemporeAI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CONTEXT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Impromptu Speaking &amp; Interview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traditional preparation methods fail aspiring candidates in UPSC, SSB, and MBA interviews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[CHALLENGE 1] The Extempore Bottleneck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High-stakes requirement in Civil Services (UPSC), Defence (SSB), and MBA GD/PI admissions.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Candidates struggle with on-the-spot formulation of structured arguments under strict timers.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Fear of public speaking and unstructured pauses ruin candidate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[CHALLENGE 2] Lack of Instant Feedback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Human mentoring is expensive, inaccessible, and scheduling-constrained.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Peer feedback is subjective, unstructured, and lacks standardized grading rubrics.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No objective speech metric tracking (WPM, filler words, coherence, time discipline).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[CHALLENGE 3] Static Knowledge Disconnect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Textbook reading fails to translate into spontaneous analytical speech delivery.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Static mock papers do not reflect breaking news, court verdicts, or international developments.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Separation of news reading from active speaking drills leaves conceptual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ExtemporeAI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end-to-end intelligent coaching ecosystem combining live news, speech synthesis, and rigorous rubric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[NEWS &amp; TOPICS] Dynamic Ingestion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Zero-dependency live RSS engine pulling fresh headlines across 6 vital domains.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Generates multi-perspective debate motions from real-time global events.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Custom Fresh Entry mode allows candidates to input custom debate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[SIMULATION] Simulated Interview Arena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Structured 1-minute preparation phase with scratchpad brainstormer.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5-minute timed speaking arena with browser Web Speech speech-to-text.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pacing speedometer, audio visualizer, and chime buzzer.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[SCORING &amp; QUIZ] Objective Evaluation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Strict 50-point UPSC evaluation across 5 standardized dimensions.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Anti-hallucination quality guards penalize incoherent or off-topic transcripts.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Daily 5-question timed MCQ quiz with in-depth educational rationales.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3-Tier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Seamless separation of concerns built for performance, resilience, and serverless portability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[PRESENTATION] Tier 1: Client Layer (UI/UX)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Single-Page Application (SPA) with vanilla ES6+ JavaScript and zero heavy frameworks.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 Speech API for continuous speech-to-text voice recognition.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 Audio API for realistic exam acoustic alerts (warning bells &amp; buzzer).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Responsive dark/light glassmorphic UI with dynamic SVG timers.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[APPLICATION] Tier 2: Application Layer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Python 3.12 Flask REST controller managing clean decoupled API endpoints.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ai_service.py: Heuristic &amp; GenAI question synthesis and 5-point rubric grading.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news_service.py: Resilient Google News XML RSS parser with headline cache.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quiz_service.py: Domain-specific randomized MCQ generator.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[DATA &amp; STORAGE] Tier 3: Relational Data Tier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MySQL 8.0 production relational schema (schema.sql).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Automatic SQLite mirror failover in database.py for zero-setup execution.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Serverless /tmp/ read-write sandbox routing on Vercel.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Tracks users, practice sessions, evaluations, and quiz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INTELLIGENT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Real-Time News Ingestion &amp; Topic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Transforming raw global events into analytical, multi-perspective interview motions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[DOMAINS COVERED] 6 High-Yield News Categories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🏛️ National &amp; Polity: Parliamentary bills, constitutional reforms, federalism, judicial verdicts.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🌐 International Relations: Geopolitical shifts, bilateral summits, trade corridors, defense pacts.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🤖 Tech &amp; Cyber Governance: Artificial intelligence, semiconductor missions, cybersecurity, data laws.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📈 Economy &amp; Banking: RBI monetary policies, GDP growth, inflation, foreign reserves.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🏅 Sports &amp; Society: Youth development, social equity, sports diplomacy, healthcare initiatives.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🎲 General Mix: Cross-domain holistic synthesis across all disciplines.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[SYNTHESIS PIPELINE] Multi-Perspective Motion Synthesis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Heuristic &amp; LLM Prompting: Generates balanced debate questions avoiding binary yes/no answers.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UPSC Format: 'Critically examine...', 'Discuss the ramifications of...', 'Evaluate the impact of...'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Context Briefing: Generates a 3-bullet historical/constitutional background dossier.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Key Angles Provided: Supplies Constitutional, Economic, and Social dimensions for candidate roadmap.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Custom Fresh Entry: Allows users to input their own custom topics or select trending one-click chips.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VOICE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Interactive Timed Arena &amp; Speech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Replicating strict exam chamber conditions with real-time biometric and pacing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[ARENA CONTROLS] High-Precision Timer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Phase 1: 1-Minute Preparation timer with scratchpad note-taking area.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Phase 2: 5-Minute Timed Arena with circular SVG animated progress 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Acoustic Web Audio signals: Gentle 5-second chime + final examination buzzer.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pacing indicator: Highlights whether speech rate is Slow, Optimal, or Fast.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[SPEECH-TO-TEXT] Web Speech Recognition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Native browser Web Speech API for low-latency, client-side speech-to-text.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Continuous recognition mode with auto-reconnect on micro-pauses.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 audio visualizer rendering dynamic soundwave pulses during active speech.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Word Counter and Words-Per-Minute (WPM) gauge.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[USER EXPERIENCE] Candidate Resilience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Draft auto-save: Transcripts preserved in localStorage to prevent data loss.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Manual transcript editor: Allows polishing or keyboard-only practice.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Reset &amp; Fresh Entry action: Allows cleanly aborting and restarting without penalty.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50-Point UPSC Standardized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Multi-dimensional grading model engineered with rigorous quality guards against hallucination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[RUBRIC BREAKDOWN] 5 Evaluation Dimensions (10 Pts Each)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1. Factual Accuracy &amp; Context (10 Pts): Constitutional articles, treaties, economic data, landmark judgments.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2. Relevance &amp; Focus (10 Pts): Direct adherence to the motion; penalizes digression and off-topic deviations.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3. Structure &amp; Clarity (10 Pts): Clear introduction, balanced body arguments, and forward-looking conclusion.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4. Depth of Analysis (10 Pts): Multi-stakeholder trade-offs, socio-economic impact, and strategic implications.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5. Time Discipline &amp; Pacing (10 Pts): Evaluation of speaking endurance, WPM pace (110-150 optimal), and 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[GRADING SAFEGUARDS] Anti-Hallucination &amp; Quality Guards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Gibberish / Incoherence Guard: Random typing or nonsensical audio flagged immediately (awarded &lt;5/50).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Off-Topic Penalty: Submitting sports commentary on a legal motion heavily penalizes Relevance (1/10).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Filler Word Detection: Analyzes excessive crutches ('um', 'basically', 'like') and flags them.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Ideal Model Structure: Provides a gold-standard UPSC answer template with key constitutional references.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Orator Ranking: Assigns performance badge: Distinguished Orator, Proficient, Developing, or Needs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INTERACTIVE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Daily Current Affairs MCQ Quiz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Complementary rapid-fire drill testing retention, speed, and conceptual clarity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[QUESTION BANK] Domain-Specific Drills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5 questions per rapid drill across 6 domains (Polity, IR, AI, Economy, Sports, General).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Curated high-yield question bank updated for 2026 current affairs trends.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Randomized option ordering to test authentic knowledge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[ARENA EXPERIENCE] 45s Timer &amp; Instant Feedback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45-second per-question countdown ring enforces rapid decision making.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Instant option reveal: Correct choice lights up in green glow; wrong choice in red glow.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Immediate educational rationale explaining the exact constitutional/factual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[TRACKING &amp; STATS] Performance Analytics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Final scorecard computes accuracy percentage, points, and total time elapsed.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Detailed review cards comparing candidate choices with correct answers.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Dedicated quiz_results table in database logs long-term candidate trajectory.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Relational Database Schema &amp; 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Engineered for high data integrity, analytics reporting, and effortless deployment portability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[SCHEMA TABLES] Relational Schema Entities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users: Candidate credentials, profile metadata, timestamps.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categories: 6 primary domain definitions with slugs and icon tags.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headlines_cache: Cached RSS news items with TTL to prevent redundant requests.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practice_sessions: Recorded speeches, duration, WPM, and transcript 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evaluations: 5-dimensional rubric score breakdown, feedback, and model structure.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quiz_results: Domain, score, total questions, accuracy %, and time taken.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[RESILIENCE &amp; FAILOVER] Dual MySQL &amp; SQLite Mirror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Primary Production: MySQL 8.0 with foreign keys, ON DELETE CASCADE, and indexes.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Zero-Config Mirror: SQLite 3 fallback auto-seeds when MySQL credentials are absent.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Serverless Isolation: Automatically redirects database writes to /tmp/ on Vercel.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Prevents Read-Only Filesystem Errors in AWS Lambda / Vercel Serverless containers.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Analytics Queries: Computes moving averages, domain distribution, and practice streaks.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DEVOPS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Vercel Serverless Cloud Deployment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Continuous deployment pipeline powering instant global availability with zero server maintenance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[SERVERLESS RUNTIME] Serverless Configuration (vercel.json)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Runtime: @vercel/python utilizing Python 3.12 and ultra-fast uv package resolution.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Routing: Maps root and wildcards to app.py entry point (single serverless entry).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Clean Encoding: Stripped UTF-8 BOM byte order marks for 100% JSON parsing compliance.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Build Time: Ultra-lean 5-second build and container compilation on Vercel IAD1.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[CLOUD DEPLOYMENT] Live Production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Production URL: https://aiextemporeapp.vercel.app (Status: 200 OK)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Direct Preview: https://aiextempore-7ittg2gup-chronice.vercel.app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Favicon Delivery: Scalable SVG vector icon delivered with 200 OK at /favicon.ico.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Quiz API Endpoint: Live verified with 5 MCQs per request (200 OK).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GitHub Sync: Continuous integration hooked to amanthakur0118-lgtm/python_project_ExtemporeAI.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Rigorous Verification &amp;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Automated unit, integration, and security tests conducted across all platform layers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[ENDPOINTS (ALL PASS)] API Test Suite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 (Web Shell):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/api/categories: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/api/news/polity: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/api/generate-question: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/api/quiz: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/api/quiz/submit: 200 OK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/api/history: 200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[AI ACCURACY TESTS] Rubric Stress Tests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Incoherent Input ('asdf banana potato'): Disqualified (2/50).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Off-Topic Input (Sports answer on Law prompt): Relevance penalized to 1/10 (10/50 total).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UPSC Quality Speech: Recognized as Distinguished Orator (40/50).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Speech WPM: Correctly flags rates &lt;100 as Slow and &gt;160 as Rushed.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[FRONTEND AUDIT] Frontend Integrity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JavaScript Validation: node -c static/js/app.js passed with 0 syntax errors.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DOM Element Audit: check_ids.py audited all 119 DOM element references (0 missing IDs).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Cross-Browser Tested: Chrome, Edge, Safari, Firefox responsive layouts.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Enhancements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Architectural vision for next-generation multi-modal conversational AI coaching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[PHASE 1 (AUDIO)] Audio Acoustic Analysis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Vocal Pitch &amp; Tone Modulation: Measuring vocal confidence, enthusiasm, and hesitation.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Pause Distribution Analysis: Distinguishing thoughtful rhetorical pauses from nervous stutter.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Speech Emotion Recognition (SER) for stage presence assessment.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[PHASE 2 (VISION)] Computer Vision Tracking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Webcam Eye-Contact Estimation: Tracking camera focus and posture stability.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Facial Micro-Expression Analysis: Detecting stress, composure, and emotional control.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Hand Gesture Tracking: Advising candidates on professional non-verbal body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[PHASE 3 (MULTI-AGENT)] Multi-Agent GD Simulation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Simulated Group Discussions: Autonomous AI peer agents interrupting and debating.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Counter-Argument Synthesis: Tests candidate's composure under cross-examination.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SSB / Corporate Interview Board: Multi-persona interview panel simulation.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PROJECT SUMMARY &amp; CONCLUSION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ExtemporeAI: Democratizing Oratory Excellence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✔  Successfully engineered a complete, production-grade AI platform for spontaneous public speaking and current affairs training.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✔  Combines zero-dependency live news aggregation, speech-to-text processing, and a 50-point UPSC standardized rubric with anti-hallucination quality guards.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✔  Includes a Daily Current Affairs MCQ Quiz mode with 45s timer drills, domain filters, and detailed educational rationales.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✔  Deployed globally on Vercel Serverless with dual MySQL and SQLite failover architecture.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✔  Completely open-source, reproducible, and ready for institutional deployment in colleges, academies, and competitive exam centers.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6015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8FAFC"/>
                </a:solidFill>
              </a:defRPr>
            </a:pPr>
            <a:r>
              <a:t>Live Website: https://aiextemporeapp.vercel.app  |  GitHub: https://github.com/amanthakur0118-lgtm/python_project_ExtemporeAI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Thank you! Open for Questions &amp; Demonstrations.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